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99D4C-E57E-4CA8-BF7E-2F5458EE72B0}" v="1" dt="2025-02-05T07:18:42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eza Taghdisian" userId="b22d2ca1-b4be-4304-8ed7-36193a75dceb" providerId="ADAL" clId="{B1499D4C-E57E-4CA8-BF7E-2F5458EE72B0}"/>
    <pc:docChg chg="undo custSel addSld modSld">
      <pc:chgData name="Alireza Taghdisian" userId="b22d2ca1-b4be-4304-8ed7-36193a75dceb" providerId="ADAL" clId="{B1499D4C-E57E-4CA8-BF7E-2F5458EE72B0}" dt="2025-02-05T07:21:38.484" v="27" actId="26606"/>
      <pc:docMkLst>
        <pc:docMk/>
      </pc:docMkLst>
      <pc:sldChg chg="addSp delSp modSp new mod setBg">
        <pc:chgData name="Alireza Taghdisian" userId="b22d2ca1-b4be-4304-8ed7-36193a75dceb" providerId="ADAL" clId="{B1499D4C-E57E-4CA8-BF7E-2F5458EE72B0}" dt="2025-02-05T07:21:38.484" v="27" actId="26606"/>
        <pc:sldMkLst>
          <pc:docMk/>
          <pc:sldMk cId="3808111610" sldId="256"/>
        </pc:sldMkLst>
        <pc:spChg chg="del">
          <ac:chgData name="Alireza Taghdisian" userId="b22d2ca1-b4be-4304-8ed7-36193a75dceb" providerId="ADAL" clId="{B1499D4C-E57E-4CA8-BF7E-2F5458EE72B0}" dt="2025-02-05T07:18:27.980" v="2" actId="478"/>
          <ac:spMkLst>
            <pc:docMk/>
            <pc:sldMk cId="3808111610" sldId="256"/>
            <ac:spMk id="2" creationId="{A2EAA779-0ABB-06C1-653B-1E290B93F6FB}"/>
          </ac:spMkLst>
        </pc:spChg>
        <pc:spChg chg="del">
          <ac:chgData name="Alireza Taghdisian" userId="b22d2ca1-b4be-4304-8ed7-36193a75dceb" providerId="ADAL" clId="{B1499D4C-E57E-4CA8-BF7E-2F5458EE72B0}" dt="2025-02-05T07:18:27.095" v="1" actId="478"/>
          <ac:spMkLst>
            <pc:docMk/>
            <pc:sldMk cId="3808111610" sldId="256"/>
            <ac:spMk id="3" creationId="{76FACEA6-5E76-E8DD-5850-D83FFDD64C21}"/>
          </ac:spMkLst>
        </pc:spChg>
        <pc:spChg chg="add del">
          <ac:chgData name="Alireza Taghdisian" userId="b22d2ca1-b4be-4304-8ed7-36193a75dceb" providerId="ADAL" clId="{B1499D4C-E57E-4CA8-BF7E-2F5458EE72B0}" dt="2025-02-05T07:19:50.990" v="17" actId="26606"/>
          <ac:spMkLst>
            <pc:docMk/>
            <pc:sldMk cId="3808111610" sldId="256"/>
            <ac:spMk id="33" creationId="{417CDA24-35F8-4540-8C52-3096D6D94949}"/>
          </ac:spMkLst>
        </pc:spChg>
        <pc:spChg chg="add del">
          <ac:chgData name="Alireza Taghdisian" userId="b22d2ca1-b4be-4304-8ed7-36193a75dceb" providerId="ADAL" clId="{B1499D4C-E57E-4CA8-BF7E-2F5458EE72B0}" dt="2025-02-05T07:19:50.990" v="17" actId="26606"/>
          <ac:spMkLst>
            <pc:docMk/>
            <pc:sldMk cId="3808111610" sldId="256"/>
            <ac:spMk id="35" creationId="{8658BFE0-4E65-4174-9C75-687C94E88273}"/>
          </ac:spMkLst>
        </pc:spChg>
        <pc:spChg chg="add del">
          <ac:chgData name="Alireza Taghdisian" userId="b22d2ca1-b4be-4304-8ed7-36193a75dceb" providerId="ADAL" clId="{B1499D4C-E57E-4CA8-BF7E-2F5458EE72B0}" dt="2025-02-05T07:19:50.990" v="17" actId="26606"/>
          <ac:spMkLst>
            <pc:docMk/>
            <pc:sldMk cId="3808111610" sldId="256"/>
            <ac:spMk id="37" creationId="{FA75DFED-A0C1-4A83-BE1D-0271C1826EF6}"/>
          </ac:spMkLst>
        </pc:spChg>
        <pc:spChg chg="add del">
          <ac:chgData name="Alireza Taghdisian" userId="b22d2ca1-b4be-4304-8ed7-36193a75dceb" providerId="ADAL" clId="{B1499D4C-E57E-4CA8-BF7E-2F5458EE72B0}" dt="2025-02-05T07:21:38.484" v="27" actId="26606"/>
          <ac:spMkLst>
            <pc:docMk/>
            <pc:sldMk cId="3808111610" sldId="256"/>
            <ac:spMk id="46" creationId="{12E8CD4E-6381-4807-AA5B-CE0024A8BE19}"/>
          </ac:spMkLst>
        </pc:spChg>
        <pc:spChg chg="add del">
          <ac:chgData name="Alireza Taghdisian" userId="b22d2ca1-b4be-4304-8ed7-36193a75dceb" providerId="ADAL" clId="{B1499D4C-E57E-4CA8-BF7E-2F5458EE72B0}" dt="2025-02-05T07:21:38.484" v="27" actId="26606"/>
          <ac:spMkLst>
            <pc:docMk/>
            <pc:sldMk cId="3808111610" sldId="256"/>
            <ac:spMk id="48" creationId="{7C6A4DDC-3049-4FEA-B9FF-CBCF8B277BBF}"/>
          </ac:spMkLst>
        </pc:spChg>
        <pc:spChg chg="add del">
          <ac:chgData name="Alireza Taghdisian" userId="b22d2ca1-b4be-4304-8ed7-36193a75dceb" providerId="ADAL" clId="{B1499D4C-E57E-4CA8-BF7E-2F5458EE72B0}" dt="2025-02-05T07:21:38.484" v="27" actId="26606"/>
          <ac:spMkLst>
            <pc:docMk/>
            <pc:sldMk cId="3808111610" sldId="256"/>
            <ac:spMk id="50" creationId="{87BCB2CF-F2CE-43B5-93CB-386479577889}"/>
          </ac:spMkLst>
        </pc:spChg>
        <pc:spChg chg="add del">
          <ac:chgData name="Alireza Taghdisian" userId="b22d2ca1-b4be-4304-8ed7-36193a75dceb" providerId="ADAL" clId="{B1499D4C-E57E-4CA8-BF7E-2F5458EE72B0}" dt="2025-02-05T07:21:38.484" v="27" actId="26606"/>
          <ac:spMkLst>
            <pc:docMk/>
            <pc:sldMk cId="3808111610" sldId="256"/>
            <ac:spMk id="52" creationId="{2C68A941-4039-4496-9008-274182DFFEDF}"/>
          </ac:spMkLst>
        </pc:spChg>
        <pc:spChg chg="add del">
          <ac:chgData name="Alireza Taghdisian" userId="b22d2ca1-b4be-4304-8ed7-36193a75dceb" providerId="ADAL" clId="{B1499D4C-E57E-4CA8-BF7E-2F5458EE72B0}" dt="2025-02-05T07:21:38.484" v="27" actId="26606"/>
          <ac:spMkLst>
            <pc:docMk/>
            <pc:sldMk cId="3808111610" sldId="256"/>
            <ac:spMk id="54" creationId="{878B897E-FBB2-4D71-AA1C-3C4DA4A264C9}"/>
          </ac:spMkLst>
        </pc:spChg>
        <pc:picChg chg="add del mod ord">
          <ac:chgData name="Alireza Taghdisian" userId="b22d2ca1-b4be-4304-8ed7-36193a75dceb" providerId="ADAL" clId="{B1499D4C-E57E-4CA8-BF7E-2F5458EE72B0}" dt="2025-02-05T07:19:12.893" v="15" actId="478"/>
          <ac:picMkLst>
            <pc:docMk/>
            <pc:sldMk cId="3808111610" sldId="256"/>
            <ac:picMk id="5" creationId="{1A48B41A-41CC-6945-3727-48064C9EA959}"/>
          </ac:picMkLst>
        </pc:picChg>
        <pc:picChg chg="add mod ord">
          <ac:chgData name="Alireza Taghdisian" userId="b22d2ca1-b4be-4304-8ed7-36193a75dceb" providerId="ADAL" clId="{B1499D4C-E57E-4CA8-BF7E-2F5458EE72B0}" dt="2025-02-05T07:21:38.484" v="27" actId="26606"/>
          <ac:picMkLst>
            <pc:docMk/>
            <pc:sldMk cId="3808111610" sldId="256"/>
            <ac:picMk id="7" creationId="{89D2A6BF-9E86-5C71-B1E0-98BC4C4B75C7}"/>
          </ac:picMkLst>
        </pc:picChg>
        <pc:picChg chg="add mod">
          <ac:chgData name="Alireza Taghdisian" userId="b22d2ca1-b4be-4304-8ed7-36193a75dceb" providerId="ADAL" clId="{B1499D4C-E57E-4CA8-BF7E-2F5458EE72B0}" dt="2025-02-05T07:21:38.484" v="27" actId="26606"/>
          <ac:picMkLst>
            <pc:docMk/>
            <pc:sldMk cId="3808111610" sldId="256"/>
            <ac:picMk id="9" creationId="{C3A27B4F-6918-A0E7-A536-537C024918FD}"/>
          </ac:picMkLst>
        </pc:picChg>
        <pc:picChg chg="add mod ord">
          <ac:chgData name="Alireza Taghdisian" userId="b22d2ca1-b4be-4304-8ed7-36193a75dceb" providerId="ADAL" clId="{B1499D4C-E57E-4CA8-BF7E-2F5458EE72B0}" dt="2025-02-05T07:21:38.484" v="27" actId="26606"/>
          <ac:picMkLst>
            <pc:docMk/>
            <pc:sldMk cId="3808111610" sldId="256"/>
            <ac:picMk id="11" creationId="{0A1CEDB3-CE27-36CD-D0A0-5411A54E78A2}"/>
          </ac:picMkLst>
        </pc:picChg>
        <pc:picChg chg="add mod ord">
          <ac:chgData name="Alireza Taghdisian" userId="b22d2ca1-b4be-4304-8ed7-36193a75dceb" providerId="ADAL" clId="{B1499D4C-E57E-4CA8-BF7E-2F5458EE72B0}" dt="2025-02-05T07:21:38.484" v="27" actId="26606"/>
          <ac:picMkLst>
            <pc:docMk/>
            <pc:sldMk cId="3808111610" sldId="256"/>
            <ac:picMk id="13" creationId="{F6F9C731-94BE-6998-0376-8601F730D7AF}"/>
          </ac:picMkLst>
        </pc:picChg>
        <pc:cxnChg chg="add del">
          <ac:chgData name="Alireza Taghdisian" userId="b22d2ca1-b4be-4304-8ed7-36193a75dceb" providerId="ADAL" clId="{B1499D4C-E57E-4CA8-BF7E-2F5458EE72B0}" dt="2025-02-05T07:19:51.001" v="18" actId="26606"/>
          <ac:cxnSpMkLst>
            <pc:docMk/>
            <pc:sldMk cId="3808111610" sldId="256"/>
            <ac:cxnSpMk id="18" creationId="{B817B4B8-5E01-4B44-BC25-876D56C12149}"/>
          </ac:cxnSpMkLst>
        </pc:cxnChg>
        <pc:cxnChg chg="add del">
          <ac:chgData name="Alireza Taghdisian" userId="b22d2ca1-b4be-4304-8ed7-36193a75dceb" providerId="ADAL" clId="{B1499D4C-E57E-4CA8-BF7E-2F5458EE72B0}" dt="2025-02-05T07:19:51.001" v="18" actId="26606"/>
          <ac:cxnSpMkLst>
            <pc:docMk/>
            <pc:sldMk cId="3808111610" sldId="256"/>
            <ac:cxnSpMk id="20" creationId="{D683D1A4-93E5-4A4D-B103-8223A220EB2B}"/>
          </ac:cxnSpMkLst>
        </pc:cxnChg>
        <pc:cxnChg chg="add">
          <ac:chgData name="Alireza Taghdisian" userId="b22d2ca1-b4be-4304-8ed7-36193a75dceb" providerId="ADAL" clId="{B1499D4C-E57E-4CA8-BF7E-2F5458EE72B0}" dt="2025-02-05T07:18:56.189" v="14" actId="26606"/>
          <ac:cxnSpMkLst>
            <pc:docMk/>
            <pc:sldMk cId="3808111610" sldId="256"/>
            <ac:cxnSpMk id="22" creationId="{B0E8ABF4-C289-489E-BEFB-3077F9D9C773}"/>
          </ac:cxnSpMkLst>
        </pc:cxnChg>
        <pc:cxnChg chg="add del">
          <ac:chgData name="Alireza Taghdisian" userId="b22d2ca1-b4be-4304-8ed7-36193a75dceb" providerId="ADAL" clId="{B1499D4C-E57E-4CA8-BF7E-2F5458EE72B0}" dt="2025-02-05T07:19:51.001" v="18" actId="26606"/>
          <ac:cxnSpMkLst>
            <pc:docMk/>
            <pc:sldMk cId="3808111610" sldId="256"/>
            <ac:cxnSpMk id="24" creationId="{7989CFA0-35DD-4943-B365-488C66B9B192}"/>
          </ac:cxnSpMkLst>
        </pc:cxnChg>
        <pc:cxnChg chg="add del">
          <ac:chgData name="Alireza Taghdisian" userId="b22d2ca1-b4be-4304-8ed7-36193a75dceb" providerId="ADAL" clId="{B1499D4C-E57E-4CA8-BF7E-2F5458EE72B0}" dt="2025-02-05T07:19:51.001" v="18" actId="26606"/>
          <ac:cxnSpMkLst>
            <pc:docMk/>
            <pc:sldMk cId="3808111610" sldId="256"/>
            <ac:cxnSpMk id="28" creationId="{823B704A-724B-41D6-8F33-76939E727D2A}"/>
          </ac:cxnSpMkLst>
        </pc:cxnChg>
        <pc:cxnChg chg="add del">
          <ac:chgData name="Alireza Taghdisian" userId="b22d2ca1-b4be-4304-8ed7-36193a75dceb" providerId="ADAL" clId="{B1499D4C-E57E-4CA8-BF7E-2F5458EE72B0}" dt="2025-02-05T07:20:39.650" v="19" actId="26606"/>
          <ac:cxnSpMkLst>
            <pc:docMk/>
            <pc:sldMk cId="3808111610" sldId="256"/>
            <ac:cxnSpMk id="39" creationId="{91B6081D-D3E8-4209-B85B-EB1C655A6272}"/>
          </ac:cxnSpMkLst>
        </pc:cxnChg>
        <pc:cxnChg chg="add">
          <ac:chgData name="Alireza Taghdisian" userId="b22d2ca1-b4be-4304-8ed7-36193a75dceb" providerId="ADAL" clId="{B1499D4C-E57E-4CA8-BF7E-2F5458EE72B0}" dt="2025-02-05T07:19:51.001" v="18" actId="26606"/>
          <ac:cxnSpMkLst>
            <pc:docMk/>
            <pc:sldMk cId="3808111610" sldId="256"/>
            <ac:cxnSpMk id="41" creationId="{08C5794E-A9A1-4A23-AF68-C79A7822334C}"/>
          </ac:cxnSpMkLst>
        </pc:cxnChg>
        <pc:cxnChg chg="add">
          <ac:chgData name="Alireza Taghdisian" userId="b22d2ca1-b4be-4304-8ed7-36193a75dceb" providerId="ADAL" clId="{B1499D4C-E57E-4CA8-BF7E-2F5458EE72B0}" dt="2025-02-05T07:21:38.484" v="27" actId="26606"/>
          <ac:cxnSpMkLst>
            <pc:docMk/>
            <pc:sldMk cId="3808111610" sldId="256"/>
            <ac:cxnSpMk id="63" creationId="{08C5794E-A9A1-4A23-AF68-C79A7822334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CBAD-E57F-76BF-760A-CD2282AB1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E019C-5028-FCC3-3E69-2F3E067B7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6DFD8-5D39-0D9E-0D98-8E753253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6D05C-8148-03C4-A7ED-6A3D5D93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914B9-0EAD-2C4B-80BA-71020B15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283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64E1-FE0D-D9A6-01EC-88780321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F0AC-DF45-5FD8-3236-7FAB6858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B499B-2524-E7B9-4438-9D551C5D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A19E2-0CCE-9F8E-76A2-FC50A136F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844A4-57FA-E1F1-C0A3-E56AE638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978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CA89-0087-524A-1B33-F753454C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CF5F-656B-5482-41D9-F537EE31C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C2EBB-A939-1D2D-80FF-46D1C4B9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4249-0C6C-F4A6-8EB1-14BF29CD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A2B57-273D-7BCB-BAF1-9639EB6C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78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0090-B1F8-67A5-06E2-15514747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30250-286A-F993-9B63-EDDBFFA19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0A391-895C-DD04-7BA0-7F5BC74A2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B5748-1BB1-790F-9813-D9457878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25121-E3AF-29E8-9A00-A2807BB0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08F7A-96BD-0ADD-FD12-98D52E57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52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FDB2-5D6A-D629-22BC-E976C224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B960A-8179-F097-7F3A-8D6165D80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18784-F51C-3567-7878-F58BDE75A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654F9-6CCD-A8B2-5F4D-B6148A7D3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5E81C-6A8C-269F-4805-DEF1078F4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6265C-4597-C4E3-C186-F178C5707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F6D711-A742-AABA-30CC-F2993647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3DB02-C954-7369-FBE4-EB6FD47D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017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DBBBB-B209-46EF-2649-8B248FC6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9C3DE-4078-935D-BE00-2670C227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0D571-6D66-FA4E-E580-4C592D63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55BA2-F5E0-06FA-EDAD-764586AD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664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89933-AE86-BBF6-CC37-5A1668AE8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A1EB71-3CB2-C47C-9DC5-8B083C5E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8BB18-DDFD-9C47-5752-76BB915B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178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C2E7-092B-E571-4A70-578D2259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8DBC-1B4B-2C1A-967E-4CE6BDEAF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CE88E-6538-52C9-BE3B-042A2DB28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03E54-3851-71A7-8A9E-A96AE39D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D6392-A8BD-058C-09F2-D3B1D1E0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E05B5-C473-EDA3-96B2-2B0CBCF46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486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81CD-4376-01C2-6077-824F11AA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84882-4553-2137-8DEF-760E3218A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28414-316E-3CED-B04D-F2376D6E8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278B1-EB3C-6F47-5138-6A60DFD2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C55B9-38E4-AB33-B271-5F11A049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FF20C-CCE7-323A-C487-8A82AE5E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179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7392-5E25-FB6C-62A7-CEF238D0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12BF0-655F-C44A-0439-4AAB1501A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1FA10-97CC-280B-794A-C6D113B2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37B3F-1FB0-C430-785F-F771BE1C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A5150-F698-F144-8C4B-431CD28E1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104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B7F596-576F-5D53-66F6-0139F9085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8DBBE-7CF9-00F9-02B2-1384AC121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EB06E-6600-115D-390E-30A97FC5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A5D6F-2AB5-EC0D-2DA3-97FC16F4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84D05-0320-B0FD-D60B-DA8C8420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225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C5FACC-D680-2222-2FC2-387867C4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D381F-EDB1-1454-0D1D-29DF0227F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7F78B-9C17-6407-24DD-FA60DB90D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73705-562B-44E2-85A1-0BFE158DB253}" type="datetimeFigureOut">
              <a:rPr lang="en-CA" smtClean="0"/>
              <a:t>2025-02-05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95BD1-35D5-E106-4B26-258D68F9D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ACB6A-9FC7-D95F-7521-C64DBF2DE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5B5BF-9840-4410-A813-8EFC3387373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217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letter on a white background&#10;&#10;Description automatically generated">
            <a:extLst>
              <a:ext uri="{FF2B5EF4-FFF2-40B4-BE49-F238E27FC236}">
                <a16:creationId xmlns:a16="http://schemas.microsoft.com/office/drawing/2014/main" id="{C3A27B4F-6918-A0E7-A536-537C02491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15" y="1159145"/>
            <a:ext cx="4724569" cy="1511861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89D2A6BF-9E86-5C71-B1E0-98BC4C4B7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1228799"/>
            <a:ext cx="4732940" cy="1372552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close-up of a logo&#10;&#10;Description automatically generated">
            <a:extLst>
              <a:ext uri="{FF2B5EF4-FFF2-40B4-BE49-F238E27FC236}">
                <a16:creationId xmlns:a16="http://schemas.microsoft.com/office/drawing/2014/main" id="{F6F9C731-94BE-6998-0376-8601F730D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15" y="4102369"/>
            <a:ext cx="4724569" cy="1683755"/>
          </a:xfrm>
          <a:prstGeom prst="rect">
            <a:avLst/>
          </a:prstGeom>
        </p:spPr>
      </p:pic>
      <p:pic>
        <p:nvPicPr>
          <p:cNvPr id="11" name="Picture 10" descr="A blue and yellow logo&#10;&#10;Description automatically generated">
            <a:extLst>
              <a:ext uri="{FF2B5EF4-FFF2-40B4-BE49-F238E27FC236}">
                <a16:creationId xmlns:a16="http://schemas.microsoft.com/office/drawing/2014/main" id="{0A1CEDB3-CE27-36CD-D0A0-5411A54E7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036" y="3671316"/>
            <a:ext cx="4539500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1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Alireza Taghdisian</dc:creator>
  <cp:lastModifiedBy>Alireza Taghdisian</cp:lastModifiedBy>
  <cp:revision>1</cp:revision>
  <dcterms:created xsi:type="dcterms:W3CDTF">2025-02-05T07:18:23Z</dcterms:created>
  <dcterms:modified xsi:type="dcterms:W3CDTF">2025-02-05T07:21:47Z</dcterms:modified>
</cp:coreProperties>
</file>